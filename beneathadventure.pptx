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9" r:id="rId4"/>
    <p:sldId id="268" r:id="rId5"/>
    <p:sldId id="260" r:id="rId6"/>
    <p:sldId id="261" r:id="rId7"/>
    <p:sldId id="262" r:id="rId8"/>
    <p:sldId id="266" r:id="rId9"/>
    <p:sldId id="267" r:id="rId10"/>
    <p:sldId id="258" r:id="rId1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880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8C8F34-A36D-5F63-1F48-DCD4B9FB6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1E906C0-5F55-0091-F875-25AEE3319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61D9BB0-131C-F33C-5535-D27A31037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319271C6-2D4E-E239-23DF-D645D4D4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8474BCAB-FDF2-6ED9-DB8F-60701115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5114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A395F3-20C2-8671-74BA-8FB95721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B2A2ACF-C415-B6DF-3DF2-4E5629292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D03FDA5-46F0-6CCF-72CE-074D2ED2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F6C4861-B0E4-4FEF-2499-9FF11559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477FD1FB-715E-0617-B9C5-95732169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3172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635319-20D2-344C-8B4E-EC0E3904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915F7EC-F10D-4DE6-2EDD-BC24AB17F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A1A82F2-DF74-BF0F-8930-A48AEA09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E4C5CCE9-AA16-8D4C-E2C4-5ABDC738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1C98775-4E9D-DE62-BBDC-1EAD0ADF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4109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9BCAF9-01B5-76F9-AF75-249D94542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CAA5BC-6CE6-A113-43A0-3D14F2D86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CE62DC0-AB5D-1237-4FA7-B854ADA34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2F298BDD-E9E3-8F95-FAEE-DDFE9AB7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A586996-328E-B555-151D-A5C6D40A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48C3347-F1F2-FD1D-3253-99146356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2548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21DC58-6B37-F998-56DA-D72BF201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C75D688-0F82-A431-51B0-1EAE45AFE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1F5B024D-0D20-B3B9-710C-C3B72BB41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96AC2C1-0C4E-988F-92AF-2302BCAF5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59DCE783-2489-6BF7-DF72-72B95F4A8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95D0957D-3A0A-E11A-A04B-B36EE246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5D3A8B0B-DB61-8FB1-65B6-29AB415FF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66F46242-4B3A-A8EC-EED4-DD8B372A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8952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FC1391-54EF-8A9A-1636-E43F2687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40C82710-303B-696D-25B8-FA9E5DB93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4907E14F-3BB5-6529-96EF-F24164EE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CBCBC6FC-129F-8552-6728-68BD2644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9628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A58B8FE0-595C-351B-77C6-E9F021F4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BED70A42-8939-7A82-ECEC-DEBA32CA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98A73DC-1A1E-97E7-735A-53B3CE09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117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9C60DE-E190-E322-C5A5-CC6C4700B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CB76EA-4DCC-4729-574B-C4075D08C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87D12C7-EEA6-B709-A256-AC610E77A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72743248-F928-A507-59FD-13F8389B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ED0525DA-9B38-B080-1D4F-E7E3CCB9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12E9F85-BE95-8360-F631-E9E21FFB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19278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C8ED97-7DB8-641B-1B07-80C959D1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A7DF7079-2693-3DB3-B781-129222A82B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2704B3D-2F8A-7B82-01FF-57ACE5A4E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1C3C8F01-6936-AFF3-7B19-8E68E3D6F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CFA43D96-9A10-ED9A-F9F7-AF80739C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B7C2D597-35BD-5B16-04E2-5F9F368A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92444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2B1073-6A20-7F5F-BB29-87A2C484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7E75EC40-D361-69B0-4DBB-D4C27F4DE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FBEBC042-0B39-64B9-2C3D-C97515A5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696F000-3FEE-C3EA-14A0-D568B130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A74001E-D15A-6FB6-0724-A20BFD70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6651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C1197B4E-3B3B-5ED2-609C-A95C66B3E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30FFD88F-A691-F1F9-A309-E67D855AF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4ED0122A-68AD-71A9-E6C9-9454B096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56D6AC42-E492-066C-A006-F1B132C8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046AD15-7731-6C7F-B27B-7D22E72D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1598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2FA0721D-3AF7-44C5-C47A-3B0B3A73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A7AF9A-C0AC-473F-138E-6E4FF6438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27D9523-BFE2-E936-AB6E-50AC7C41E7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64C5E-67C4-44C3-BB96-6A4F76CA9DEC}" type="datetimeFigureOut">
              <a:rPr lang="sk-SK" smtClean="0"/>
              <a:t>1. 3. 2026</a:t>
            </a:fld>
            <a:endParaRPr lang="sk-SK" dirty="0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97DFAD6-0568-6010-7ADF-1509FD521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 dirty="0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C35CC8E-518E-5896-24EA-18E758253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5B2F1-44EF-46E8-824E-820ADB501BA2}" type="slidenum">
              <a:rPr lang="sk-SK" smtClean="0"/>
              <a:t>‹#›</a:t>
            </a:fld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68961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7/06/relationships/model3d" Target="../media/model3d3.glb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7/06/relationships/model3d" Target="../media/model3d4.glb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B7F835-9843-55F4-E108-CD13287FA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-1852863" y="1041400"/>
            <a:ext cx="413744" cy="2387600"/>
          </a:xfrm>
        </p:spPr>
        <p:txBody>
          <a:bodyPr/>
          <a:lstStyle/>
          <a:p>
            <a:endParaRPr lang="en-AU" noProof="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55469A8-8192-0440-96F1-A99444914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1720516" y="3602038"/>
            <a:ext cx="3244516" cy="1655762"/>
          </a:xfrm>
        </p:spPr>
        <p:txBody>
          <a:bodyPr/>
          <a:lstStyle/>
          <a:p>
            <a:endParaRPr lang="en-AU" noProof="0" dirty="0"/>
          </a:p>
        </p:txBody>
      </p:sp>
      <p:pic>
        <p:nvPicPr>
          <p:cNvPr id="4" name="DOVOLENKA Official video 2017_mixed-chilingzone">
            <a:hlinkClick r:id="" action="ppaction://media"/>
            <a:extLst>
              <a:ext uri="{FF2B5EF4-FFF2-40B4-BE49-F238E27FC236}">
                <a16:creationId xmlns:a16="http://schemas.microsoft.com/office/drawing/2014/main" id="{40D9147E-6D11-BBBE-CD69-9305167748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960" y="116840"/>
            <a:ext cx="406400" cy="406400"/>
          </a:xfrm>
          <a:prstGeom prst="rect">
            <a:avLst/>
          </a:prstGeom>
        </p:spPr>
      </p:pic>
      <p:sp>
        <p:nvSpPr>
          <p:cNvPr id="5" name="Obdĺžnik 4">
            <a:extLst>
              <a:ext uri="{FF2B5EF4-FFF2-40B4-BE49-F238E27FC236}">
                <a16:creationId xmlns:a16="http://schemas.microsoft.com/office/drawing/2014/main" id="{6AC3784F-6334-2159-427D-FA1FC3DA4246}"/>
              </a:ext>
            </a:extLst>
          </p:cNvPr>
          <p:cNvSpPr/>
          <p:nvPr/>
        </p:nvSpPr>
        <p:spPr>
          <a:xfrm>
            <a:off x="4363906" y="-1461971"/>
            <a:ext cx="3753853" cy="19852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Maroš Zubrický, Oliver Košiba, Patrik Lech</a:t>
            </a:r>
            <a:br>
              <a:rPr lang="en-AU" sz="28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PREŠOVČATA</a:t>
            </a:r>
          </a:p>
        </p:txBody>
      </p:sp>
      <p:sp>
        <p:nvSpPr>
          <p:cNvPr id="8" name="Voľný tvar: obrazec 7">
            <a:extLst>
              <a:ext uri="{FF2B5EF4-FFF2-40B4-BE49-F238E27FC236}">
                <a16:creationId xmlns:a16="http://schemas.microsoft.com/office/drawing/2014/main" id="{1E46B21E-7085-9950-212B-DD93942D386D}"/>
              </a:ext>
            </a:extLst>
          </p:cNvPr>
          <p:cNvSpPr/>
          <p:nvPr/>
        </p:nvSpPr>
        <p:spPr>
          <a:xfrm>
            <a:off x="-43107430" y="-43778605"/>
            <a:ext cx="66685887" cy="50688131"/>
          </a:xfrm>
          <a:custGeom>
            <a:avLst/>
            <a:gdLst>
              <a:gd name="connsiteX0" fmla="*/ 1809750 w 13395960"/>
              <a:gd name="connsiteY0" fmla="*/ 1178560 h 7886700"/>
              <a:gd name="connsiteX1" fmla="*/ 1809750 w 13395960"/>
              <a:gd name="connsiteY1" fmla="*/ 6777990 h 7886700"/>
              <a:gd name="connsiteX2" fmla="*/ 11944350 w 13395960"/>
              <a:gd name="connsiteY2" fmla="*/ 6777990 h 7886700"/>
              <a:gd name="connsiteX3" fmla="*/ 11944350 w 13395960"/>
              <a:gd name="connsiteY3" fmla="*/ 1178560 h 7886700"/>
              <a:gd name="connsiteX4" fmla="*/ 0 w 13395960"/>
              <a:gd name="connsiteY4" fmla="*/ 0 h 7886700"/>
              <a:gd name="connsiteX5" fmla="*/ 13395960 w 13395960"/>
              <a:gd name="connsiteY5" fmla="*/ 0 h 7886700"/>
              <a:gd name="connsiteX6" fmla="*/ 13395960 w 13395960"/>
              <a:gd name="connsiteY6" fmla="*/ 7886700 h 7886700"/>
              <a:gd name="connsiteX7" fmla="*/ 0 w 13395960"/>
              <a:gd name="connsiteY7" fmla="*/ 7886700 h 788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95960" h="7886700">
                <a:moveTo>
                  <a:pt x="1809750" y="1178560"/>
                </a:moveTo>
                <a:lnTo>
                  <a:pt x="1809750" y="6777990"/>
                </a:lnTo>
                <a:lnTo>
                  <a:pt x="11944350" y="6777990"/>
                </a:lnTo>
                <a:lnTo>
                  <a:pt x="11944350" y="1178560"/>
                </a:lnTo>
                <a:close/>
                <a:moveTo>
                  <a:pt x="0" y="0"/>
                </a:moveTo>
                <a:lnTo>
                  <a:pt x="13395960" y="0"/>
                </a:lnTo>
                <a:lnTo>
                  <a:pt x="13395960" y="7886700"/>
                </a:lnTo>
                <a:lnTo>
                  <a:pt x="0" y="78867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858641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Voľný tvar: obrazec 7">
            <a:extLst>
              <a:ext uri="{FF2B5EF4-FFF2-40B4-BE49-F238E27FC236}">
                <a16:creationId xmlns:a16="http://schemas.microsoft.com/office/drawing/2014/main" id="{1E46B21E-7085-9950-212B-DD93942D386D}"/>
              </a:ext>
            </a:extLst>
          </p:cNvPr>
          <p:cNvSpPr/>
          <p:nvPr/>
        </p:nvSpPr>
        <p:spPr>
          <a:xfrm>
            <a:off x="-98259" y="-471055"/>
            <a:ext cx="12678185" cy="7442316"/>
          </a:xfrm>
          <a:custGeom>
            <a:avLst/>
            <a:gdLst>
              <a:gd name="connsiteX0" fmla="*/ 1809750 w 13395960"/>
              <a:gd name="connsiteY0" fmla="*/ 1178560 h 7886700"/>
              <a:gd name="connsiteX1" fmla="*/ 1809750 w 13395960"/>
              <a:gd name="connsiteY1" fmla="*/ 6777990 h 7886700"/>
              <a:gd name="connsiteX2" fmla="*/ 11944350 w 13395960"/>
              <a:gd name="connsiteY2" fmla="*/ 6777990 h 7886700"/>
              <a:gd name="connsiteX3" fmla="*/ 11944350 w 13395960"/>
              <a:gd name="connsiteY3" fmla="*/ 1178560 h 7886700"/>
              <a:gd name="connsiteX4" fmla="*/ 0 w 13395960"/>
              <a:gd name="connsiteY4" fmla="*/ 0 h 7886700"/>
              <a:gd name="connsiteX5" fmla="*/ 13395960 w 13395960"/>
              <a:gd name="connsiteY5" fmla="*/ 0 h 7886700"/>
              <a:gd name="connsiteX6" fmla="*/ 13395960 w 13395960"/>
              <a:gd name="connsiteY6" fmla="*/ 7886700 h 7886700"/>
              <a:gd name="connsiteX7" fmla="*/ 0 w 13395960"/>
              <a:gd name="connsiteY7" fmla="*/ 7886700 h 788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95960" h="7886700">
                <a:moveTo>
                  <a:pt x="1809750" y="1178560"/>
                </a:moveTo>
                <a:lnTo>
                  <a:pt x="1809750" y="6777990"/>
                </a:lnTo>
                <a:lnTo>
                  <a:pt x="11944350" y="6777990"/>
                </a:lnTo>
                <a:lnTo>
                  <a:pt x="11944350" y="1178560"/>
                </a:lnTo>
                <a:close/>
                <a:moveTo>
                  <a:pt x="0" y="0"/>
                </a:moveTo>
                <a:lnTo>
                  <a:pt x="13395960" y="0"/>
                </a:lnTo>
                <a:lnTo>
                  <a:pt x="13395960" y="7886700"/>
                </a:lnTo>
                <a:lnTo>
                  <a:pt x="0" y="78867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FB7F835-9843-55F4-E108-CD13287FA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-1852863" y="1041400"/>
            <a:ext cx="413744" cy="2387600"/>
          </a:xfrm>
        </p:spPr>
        <p:txBody>
          <a:bodyPr/>
          <a:lstStyle/>
          <a:p>
            <a:endParaRPr lang="en-AU" noProof="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55469A8-8192-0440-96F1-A99444914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-1720516" y="3602038"/>
            <a:ext cx="3244516" cy="1655762"/>
          </a:xfrm>
        </p:spPr>
        <p:txBody>
          <a:bodyPr/>
          <a:lstStyle/>
          <a:p>
            <a:endParaRPr lang="en-AU" noProof="0" dirty="0"/>
          </a:p>
        </p:txBody>
      </p:sp>
      <p:sp>
        <p:nvSpPr>
          <p:cNvPr id="5" name="Obdĺžnik 4">
            <a:extLst>
              <a:ext uri="{FF2B5EF4-FFF2-40B4-BE49-F238E27FC236}">
                <a16:creationId xmlns:a16="http://schemas.microsoft.com/office/drawing/2014/main" id="{6AC3784F-6334-2159-427D-FA1FC3DA4246}"/>
              </a:ext>
            </a:extLst>
          </p:cNvPr>
          <p:cNvSpPr/>
          <p:nvPr/>
        </p:nvSpPr>
        <p:spPr>
          <a:xfrm>
            <a:off x="4415589" y="2743200"/>
            <a:ext cx="3753853" cy="198521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Maroš Zubrický, Oliver Košiba, Patrik Lech</a:t>
            </a:r>
            <a:br>
              <a:rPr lang="en-AU" sz="28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PREŠOVČATA</a:t>
            </a:r>
          </a:p>
        </p:txBody>
      </p:sp>
    </p:spTree>
    <p:extLst>
      <p:ext uri="{BB962C8B-B14F-4D97-AF65-F5344CB8AC3E}">
        <p14:creationId xmlns:p14="http://schemas.microsoft.com/office/powerpoint/2010/main" val="2061758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B4F9-F109-77FD-59F1-D3E4E8F2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BA72B3AD-6B7E-5D5B-16C9-1AF03F46FAC9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6CFDEEC-7063-D1A1-F39E-824C6B064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1325"/>
            <a:ext cx="5640388" cy="1325563"/>
          </a:xfrm>
        </p:spPr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Informations</a:t>
            </a:r>
          </a:p>
        </p:txBody>
      </p:sp>
      <p:pic>
        <p:nvPicPr>
          <p:cNvPr id="6" name="Zástupný objekt pre obsah 5" descr="Obrázok, na ktorom je sneh, zima, krajina&#10;&#10;Automaticky generovaný popis">
            <a:extLst>
              <a:ext uri="{FF2B5EF4-FFF2-40B4-BE49-F238E27FC236}">
                <a16:creationId xmlns:a16="http://schemas.microsoft.com/office/drawing/2014/main" id="{F3A9658F-491F-B86E-C254-34C8C65E0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182" y="3126797"/>
            <a:ext cx="4547218" cy="233568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1E337AB9-23EF-A7FB-0D14-E7217AA8482F}"/>
              </a:ext>
            </a:extLst>
          </p:cNvPr>
          <p:cNvSpPr txBox="1"/>
          <p:nvPr/>
        </p:nvSpPr>
        <p:spPr>
          <a:xfrm>
            <a:off x="221673" y="2078615"/>
            <a:ext cx="79071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name:</a:t>
            </a:r>
            <a: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Prešovčata( Team number 6)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Goal: </a:t>
            </a:r>
            <a: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Obtain the treasure chest hidden in the </a:t>
            </a:r>
            <a:b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sea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Type of game: </a:t>
            </a:r>
            <a: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3D finding treasure game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28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engine: </a:t>
            </a:r>
            <a: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UNITY</a:t>
            </a:r>
            <a:endParaRPr lang="en-AU" sz="28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80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 are school team from </a:t>
            </a:r>
            <a:r>
              <a:rPr lang="en-AU" sz="2800" i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Secondary Industrial School of Electrical Engineering.</a:t>
            </a:r>
            <a:endParaRPr lang="en-AU" sz="280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66381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BBCF0-DC87-CE57-EDAD-0C4FA580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FB6DE2F9-8407-A79B-59A7-189B0845C45E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995EA69-A790-B39A-80EF-E17E840A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development roles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D008E3-2017-E470-FAEF-9942483C5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5600" cy="4351338"/>
          </a:xfrm>
        </p:spPr>
        <p:txBody>
          <a:bodyPr/>
          <a:lstStyle/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Maroš Zubrický-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Main programmer and, UNITY development</a:t>
            </a:r>
          </a:p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Oliver Košiba-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3D model development.</a:t>
            </a:r>
          </a:p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Patrik Lech-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visual and sound development, presentation maker</a:t>
            </a:r>
            <a:endParaRPr lang="en-AU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>
                <a:extLst>
                  <a:ext uri="{FF2B5EF4-FFF2-40B4-BE49-F238E27FC236}">
                    <a16:creationId xmlns:a16="http://schemas.microsoft.com/office/drawing/2014/main" id="{2F6D1F39-4F10-332A-9D14-8FA054C12BD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5790069"/>
                  </p:ext>
                </p:extLst>
              </p:nvPr>
            </p:nvGraphicFramePr>
            <p:xfrm>
              <a:off x="8728364" y="2765241"/>
              <a:ext cx="4447308" cy="445094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447308" cy="4450943"/>
                    </a:xfrm>
                    <a:prstGeom prst="rect">
                      <a:avLst/>
                    </a:prstGeom>
                  </am3d:spPr>
                  <am3d:camera>
                    <am3d:pos x="0" y="0" z="6562763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44793" d="1000000"/>
                    <am3d:preTrans dx="-238226" dy="-576599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573880" ay="-3175728" az="-980659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186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>
                <a:extLst>
                  <a:ext uri="{FF2B5EF4-FFF2-40B4-BE49-F238E27FC236}">
                    <a16:creationId xmlns:a16="http://schemas.microsoft.com/office/drawing/2014/main" id="{2F6D1F39-4F10-332A-9D14-8FA054C12B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28364" y="2765241"/>
                <a:ext cx="4447308" cy="44509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5609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DE77-2106-8A37-473C-093E25A1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ĺžnik 7">
            <a:extLst>
              <a:ext uri="{FF2B5EF4-FFF2-40B4-BE49-F238E27FC236}">
                <a16:creationId xmlns:a16="http://schemas.microsoft.com/office/drawing/2014/main" id="{606E0467-DF9D-D5F0-744E-285DC2C26E57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5F2FB88-AD37-59AD-0CE9-2D9AE41D7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2182"/>
            <a:ext cx="10515600" cy="1325563"/>
          </a:xfrm>
        </p:spPr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basic theme of Game:</a:t>
            </a:r>
          </a:p>
        </p:txBody>
      </p:sp>
      <p:sp>
        <p:nvSpPr>
          <p:cNvPr id="5" name="Zástupný objekt pre obsah 4">
            <a:extLst>
              <a:ext uri="{FF2B5EF4-FFF2-40B4-BE49-F238E27FC236}">
                <a16:creationId xmlns:a16="http://schemas.microsoft.com/office/drawing/2014/main" id="{67FCAADD-F8FF-A971-CA24-7A668F78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18" y="1780813"/>
            <a:ext cx="5950527" cy="4351338"/>
          </a:xfrm>
        </p:spPr>
        <p:txBody>
          <a:bodyPr/>
          <a:lstStyle/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You are an fisherman hunting fishes to buy your dream submarine.</a:t>
            </a:r>
          </a:p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With submarine you can explore mystery of dark waters of island sea.</a:t>
            </a:r>
          </a:p>
          <a:p>
            <a:endParaRPr lang="en-AU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D0A6A379-8CA8-676A-BE65-EB09BA366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53" y="1915755"/>
            <a:ext cx="5732447" cy="3224501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" name="3D model 11">
                <a:extLst>
                  <a:ext uri="{FF2B5EF4-FFF2-40B4-BE49-F238E27FC236}">
                    <a16:creationId xmlns:a16="http://schemas.microsoft.com/office/drawing/2014/main" id="{BBC03FFA-A0E7-1A24-1304-BFB1408005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78351774"/>
                  </p:ext>
                </p:extLst>
              </p:nvPr>
            </p:nvGraphicFramePr>
            <p:xfrm>
              <a:off x="-1019647" y="4404678"/>
              <a:ext cx="3404223" cy="245332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04223" cy="2453322"/>
                    </a:xfrm>
                    <a:prstGeom prst="rect">
                      <a:avLst/>
                    </a:prstGeom>
                  </am3d:spPr>
                  <am3d:camera>
                    <am3d:pos x="0" y="0" z="511417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10547" d="1000000"/>
                    <am3d:preTrans dx="-1551982" dy="-265127" dz="14317"/>
                    <am3d:scale>
                      <am3d:sx n="1000000" d="1000000"/>
                      <am3d:sy n="1000000" d="1000000"/>
                      <am3d:sz n="1000000" d="1000000"/>
                    </am3d:scale>
                    <am3d:rot ax="820250" ay="1455781" az="342467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2109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" name="3D model 11">
                <a:extLst>
                  <a:ext uri="{FF2B5EF4-FFF2-40B4-BE49-F238E27FC236}">
                    <a16:creationId xmlns:a16="http://schemas.microsoft.com/office/drawing/2014/main" id="{BBC03FFA-A0E7-1A24-1304-BFB1408005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19647" y="4404678"/>
                <a:ext cx="3404223" cy="245332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5624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469F-BB39-9160-9DDC-DCFE0AB1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D7019A98-1600-3511-BA54-5030306B317F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C61E34B-7696-F17E-6E2D-66D955358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7416"/>
            <a:ext cx="10515600" cy="1325563"/>
          </a:xfrm>
        </p:spPr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basic theme of Game:</a:t>
            </a:r>
            <a:endParaRPr lang="en-AU" noProof="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070A6A-8DBB-9716-B8BB-05360770D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00455" cy="4351338"/>
          </a:xfrm>
        </p:spPr>
        <p:txBody>
          <a:bodyPr/>
          <a:lstStyle/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85% of assets have been made by us and most of  downloaded ones have been changed for our needs.</a:t>
            </a:r>
          </a:p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For preparing assets we used blender, piskel, krita,  LLMS, Mix Pad,  WavePad, Audacity and switchsound</a:t>
            </a: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BAD0EBBB-1206-C36C-5BF7-C28F03DB5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287" y="2416031"/>
            <a:ext cx="5034075" cy="283166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Zástupný objekt pre obsah 3">
                <a:extLst>
                  <a:ext uri="{FF2B5EF4-FFF2-40B4-BE49-F238E27FC236}">
                    <a16:creationId xmlns:a16="http://schemas.microsoft.com/office/drawing/2014/main" id="{77D09CBF-A71C-3F89-6A15-AB889AFF98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8932444"/>
                  </p:ext>
                </p:extLst>
              </p:nvPr>
            </p:nvGraphicFramePr>
            <p:xfrm rot="11901614">
              <a:off x="140133" y="4478894"/>
              <a:ext cx="3418765" cy="2390279"/>
            </p:xfrm>
            <a:graphic>
              <a:graphicData uri="http://schemas.microsoft.com/office/drawing/2017/model3d">
                <am3d:model3d r:embed="rId3">
                  <am3d:spPr>
                    <a:xfrm rot="11901614">
                      <a:off x="0" y="0"/>
                      <a:ext cx="3418765" cy="2390279"/>
                    </a:xfrm>
                    <a:prstGeom prst="rect">
                      <a:avLst/>
                    </a:prstGeom>
                  </am3d:spPr>
                  <am3d:camera>
                    <am3d:pos x="0" y="0" z="478772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93301" d="1000000"/>
                    <am3d:preTrans dx="-1470400" dy="-4592" dz="-197986"/>
                    <am3d:scale>
                      <am3d:sx n="1000000" d="1000000"/>
                      <am3d:sy n="1000000" d="1000000"/>
                      <am3d:sz n="1000000" d="1000000"/>
                    </am3d:scale>
                    <am3d:rot ax="3488102" ay="1590359" az="2140652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14251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Zástupný objekt pre obsah 3">
                <a:extLst>
                  <a:ext uri="{FF2B5EF4-FFF2-40B4-BE49-F238E27FC236}">
                    <a16:creationId xmlns:a16="http://schemas.microsoft.com/office/drawing/2014/main" id="{77D09CBF-A71C-3F89-6A15-AB889AFF98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1901614">
                <a:off x="140133" y="4478894"/>
                <a:ext cx="3418765" cy="23902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8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F8A7-387B-D384-131A-DC2316CAD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D6CFEB6C-570B-FF8C-748A-9E3E5A54FAF1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29740D3-2113-1529-6E5F-4D4777650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mechanics: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CF07331-83E4-C80E-9F75-47EA53D1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28610" cy="4351338"/>
          </a:xfrm>
        </p:spPr>
        <p:txBody>
          <a:bodyPr/>
          <a:lstStyle/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Player Heath Bar-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player has  a bar that is showing him about his health condition- he is able to die.</a:t>
            </a:r>
          </a:p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Player oxygen Bar-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player have to be careful because he can drown!</a:t>
            </a:r>
          </a:p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Harpoon mechanics-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player is able to shoot fishes with harpoon.</a:t>
            </a:r>
          </a:p>
          <a:p>
            <a:r>
              <a:rPr lang="en-AU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Submarine -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You can buy harpoon or submarine which you can ride to explore deeper sea.</a:t>
            </a:r>
          </a:p>
        </p:txBody>
      </p:sp>
      <p:pic>
        <p:nvPicPr>
          <p:cNvPr id="6" name="Obrázok 5" descr="Obrázok, na ktorom je text, snímka obrazovky, multimediálny softvér, softvér&#10;&#10;Automaticky generovaný popis">
            <a:extLst>
              <a:ext uri="{FF2B5EF4-FFF2-40B4-BE49-F238E27FC236}">
                <a16:creationId xmlns:a16="http://schemas.microsoft.com/office/drawing/2014/main" id="{EF500B44-5253-FC9F-1A18-E8D25AE8C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315" y="-132499"/>
            <a:ext cx="4125883" cy="232081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353697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3D4E-5A56-31F8-DDC9-AC016AB6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60C8A9B0-A836-A4E1-19D5-D53C4477B6AA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CF852D-9882-3A45-72B0-DBB8851C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mechanics: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15262B6-662A-2BEE-996B-25A5A31B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5600" cy="4351338"/>
          </a:xfrm>
        </p:spPr>
        <p:txBody>
          <a:bodyPr/>
          <a:lstStyle/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If you go to deep into the sea area went dark .</a:t>
            </a:r>
          </a:p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You can walk, jump ride submarine if you have one, swim, dive drown and fight for treasure and your life!</a:t>
            </a:r>
          </a:p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also include signs to navigate you what ae you supposed to do in the game and how are you able to win it.</a:t>
            </a:r>
          </a:p>
          <a:p>
            <a:endParaRPr lang="en-AU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rázok 5" descr="Obrázok, na ktorom je text, snímka obrazovky, počítačová hra, herný softvér&#10;&#10;Automaticky generovaný popis">
            <a:extLst>
              <a:ext uri="{FF2B5EF4-FFF2-40B4-BE49-F238E27FC236}">
                <a16:creationId xmlns:a16="http://schemas.microsoft.com/office/drawing/2014/main" id="{4C807513-D29B-3019-3F09-C49149219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2471449"/>
            <a:ext cx="4529916" cy="220783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8398844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D6FD7-5E60-AD37-E27E-5E5C3408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ĺžnik 3">
            <a:extLst>
              <a:ext uri="{FF2B5EF4-FFF2-40B4-BE49-F238E27FC236}">
                <a16:creationId xmlns:a16="http://schemas.microsoft.com/office/drawing/2014/main" id="{EC52A519-AE3E-31C5-B863-E2770F6686DB}"/>
              </a:ext>
            </a:extLst>
          </p:cNvPr>
          <p:cNvSpPr/>
          <p:nvPr/>
        </p:nvSpPr>
        <p:spPr>
          <a:xfrm>
            <a:off x="-346364" y="-415636"/>
            <a:ext cx="12884727" cy="72736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148940B-ACA1-F0B6-B92B-0AC45A648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u="sng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mechanics: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C9B310B-3421-780E-4EE5-A3076E021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05600" cy="4351338"/>
          </a:xfrm>
        </p:spPr>
        <p:txBody>
          <a:bodyPr/>
          <a:lstStyle/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game </a:t>
            </a:r>
            <a:r>
              <a:rPr lang="sk-SK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AU" noProof="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rincipe</a:t>
            </a:r>
            <a:r>
              <a:rPr lang="sk-SK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of game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is  upgrading and preparing to explore deeper ocean</a:t>
            </a:r>
            <a:r>
              <a:rPr lang="sk-SK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you hunt fish and after it you buy better equipments and submarine.</a:t>
            </a:r>
          </a:p>
          <a:p>
            <a:r>
              <a:rPr lang="en-AU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Game is built by many programmed scripts</a:t>
            </a:r>
            <a:r>
              <a:rPr lang="sk-SK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sk-SK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assets</a:t>
            </a:r>
            <a:r>
              <a:rPr lang="sk-SK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AU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920ECBA7-C2C4-0A0B-8922-0DFF216E53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07410253"/>
                  </p:ext>
                </p:extLst>
              </p:nvPr>
            </p:nvGraphicFramePr>
            <p:xfrm rot="1358276" flipH="1">
              <a:off x="8744836" y="-75497"/>
              <a:ext cx="1505625" cy="7700071"/>
            </p:xfrm>
            <a:graphic>
              <a:graphicData uri="http://schemas.microsoft.com/office/drawing/2017/model3d">
                <am3d:model3d r:embed="rId2">
                  <am3d:spPr>
                    <a:xfrm rot="1358276" flipH="1">
                      <a:off x="0" y="0"/>
                      <a:ext cx="1505625" cy="7700071"/>
                    </a:xfrm>
                    <a:prstGeom prst="rect">
                      <a:avLst/>
                    </a:prstGeom>
                  </am3d:spPr>
                  <am3d:camera>
                    <am3d:pos x="0" y="0" z="4784726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84705" d="1000000"/>
                    <am3d:preTrans dx="0" dy="-4150612" dz="-6"/>
                    <am3d:scale>
                      <am3d:sx n="1000000" d="1000000"/>
                      <am3d:sy n="1000000" d="1000000"/>
                      <am3d:sz n="1000000" d="1000000"/>
                    </am3d:scale>
                    <am3d:rot ax="6601308" ay="4202746" az="66713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783028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920ECBA7-C2C4-0A0B-8922-0DFF216E53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358276" flipH="1">
                <a:off x="8744836" y="-75497"/>
                <a:ext cx="1505625" cy="770007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044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DB1C5D-C46B-AF95-056F-D9B57D8F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2700" y="2730124"/>
            <a:ext cx="7086600" cy="1132014"/>
          </a:xfrm>
        </p:spPr>
        <p:txBody>
          <a:bodyPr>
            <a:normAutofit/>
          </a:bodyPr>
          <a:lstStyle/>
          <a:p>
            <a:pPr algn="ctr"/>
            <a:r>
              <a:rPr lang="en-AU" sz="3600" b="1" u="sng" noProof="0" dirty="0">
                <a:solidFill>
                  <a:schemeClr val="bg1"/>
                </a:solidFill>
              </a:rPr>
              <a:t>Thanks for your attention!</a:t>
            </a:r>
          </a:p>
        </p:txBody>
      </p:sp>
      <p:sp>
        <p:nvSpPr>
          <p:cNvPr id="7" name="Zástupný objekt pre obsah 6">
            <a:extLst>
              <a:ext uri="{FF2B5EF4-FFF2-40B4-BE49-F238E27FC236}">
                <a16:creationId xmlns:a16="http://schemas.microsoft.com/office/drawing/2014/main" id="{64DFBB2E-2F4F-7029-46FB-AD922A8FA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569825" y="-2940339"/>
            <a:ext cx="10515600" cy="4351338"/>
          </a:xfrm>
        </p:spPr>
        <p:txBody>
          <a:bodyPr/>
          <a:lstStyle/>
          <a:p>
            <a:endParaRPr lang="en-AU" noProof="0" dirty="0"/>
          </a:p>
        </p:txBody>
      </p:sp>
      <p:sp>
        <p:nvSpPr>
          <p:cNvPr id="3" name="BlokTextu 2">
            <a:extLst>
              <a:ext uri="{FF2B5EF4-FFF2-40B4-BE49-F238E27FC236}">
                <a16:creationId xmlns:a16="http://schemas.microsoft.com/office/drawing/2014/main" id="{EC79F247-D9A6-886E-49AB-48D015139BBB}"/>
              </a:ext>
            </a:extLst>
          </p:cNvPr>
          <p:cNvSpPr txBox="1"/>
          <p:nvPr/>
        </p:nvSpPr>
        <p:spPr>
          <a:xfrm>
            <a:off x="4656666" y="4707467"/>
            <a:ext cx="337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k-SK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Let us suprise you ;)</a:t>
            </a:r>
          </a:p>
        </p:txBody>
      </p:sp>
    </p:spTree>
    <p:extLst>
      <p:ext uri="{BB962C8B-B14F-4D97-AF65-F5344CB8AC3E}">
        <p14:creationId xmlns:p14="http://schemas.microsoft.com/office/powerpoint/2010/main" val="2605682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352</Words>
  <Application>Microsoft Office PowerPoint</Application>
  <PresentationFormat>Širokouhlá</PresentationFormat>
  <Paragraphs>34</Paragraphs>
  <Slides>10</Slides>
  <Notes>0</Notes>
  <HiddenSlides>0</HiddenSlides>
  <MMClips>1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Motív Office</vt:lpstr>
      <vt:lpstr>Prezentácia programu PowerPoint</vt:lpstr>
      <vt:lpstr>Prezentácia programu PowerPoint</vt:lpstr>
      <vt:lpstr>Common Informations</vt:lpstr>
      <vt:lpstr>Game development roles</vt:lpstr>
      <vt:lpstr>The basic theme of Game:</vt:lpstr>
      <vt:lpstr>The basic theme of Game:</vt:lpstr>
      <vt:lpstr>Game mechanics:</vt:lpstr>
      <vt:lpstr>Game mechanics:</vt:lpstr>
      <vt:lpstr>Game mechanics:</vt:lpstr>
      <vt:lpstr>Thanks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Lech Patrik</dc:creator>
  <cp:lastModifiedBy>Lech Patrik</cp:lastModifiedBy>
  <cp:revision>18</cp:revision>
  <dcterms:created xsi:type="dcterms:W3CDTF">2026-02-28T20:51:20Z</dcterms:created>
  <dcterms:modified xsi:type="dcterms:W3CDTF">2026-03-01T06:06:55Z</dcterms:modified>
</cp:coreProperties>
</file>
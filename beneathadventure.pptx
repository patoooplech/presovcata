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58" r:id="rId8"/>
    <p:sldId id="264" r:id="rId9"/>
    <p:sldId id="265" r:id="rId10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46" d="100"/>
          <a:sy n="46" d="100"/>
        </p:scale>
        <p:origin x="1372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08C8F34-A36D-5F63-1F48-DCD4B9FB60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1E906C0-5F55-0091-F875-25AEE3319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A61D9BB0-131C-F33C-5535-D27A31037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319271C6-2D4E-E239-23DF-D645D4D44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8474BCAB-FDF2-6ED9-DB8F-607011156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1146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AA395F3-20C2-8671-74BA-8FB957214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B2A2ACF-C415-B6DF-3DF2-4E5629292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2D03FDA5-46F0-6CCF-72CE-074D2ED2F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1F6C4861-B0E4-4FEF-2499-9FF115599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477FD1FB-715E-0617-B9C5-95732169C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31729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635319-20D2-344C-8B4E-EC0E3904B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915F7EC-F10D-4DE6-2EDD-BC24AB17F8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2A1A82F2-DF74-BF0F-8930-A48AEA09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E4C5CCE9-AA16-8D4C-E2C4-5ABDC7389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E1C98775-4E9D-DE62-BBDC-1EAD0ADF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41092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59BCAF9-01B5-76F9-AF75-249D9454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ECAA5BC-6CE6-A113-43A0-3D14F2D862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5CE62DC0-AB5D-1237-4FA7-B854ADA345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2F298BDD-E9E3-8F95-FAEE-DDFE9AB74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6A586996-328E-B555-151D-A5C6D40AC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D48C3347-F1F2-FD1D-3253-991463561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25485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B21DC58-6B37-F998-56DA-D72BF201C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C75D688-0F82-A431-51B0-1EAE45AFE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1F5B024D-0D20-B3B9-710C-C3B72BB41B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B96AC2C1-0C4E-988F-92AF-2302BCAF50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Zástupný objekt pre obsah 5">
            <a:extLst>
              <a:ext uri="{FF2B5EF4-FFF2-40B4-BE49-F238E27FC236}">
                <a16:creationId xmlns:a16="http://schemas.microsoft.com/office/drawing/2014/main" id="{59DCE783-2489-6BF7-DF72-72B95F4A81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Zástupný objekt pre dátum 6">
            <a:extLst>
              <a:ext uri="{FF2B5EF4-FFF2-40B4-BE49-F238E27FC236}">
                <a16:creationId xmlns:a16="http://schemas.microsoft.com/office/drawing/2014/main" id="{95D0957D-3A0A-E11A-A04B-B36EE2461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8" name="Zástupný objekt pre pätu 7">
            <a:extLst>
              <a:ext uri="{FF2B5EF4-FFF2-40B4-BE49-F238E27FC236}">
                <a16:creationId xmlns:a16="http://schemas.microsoft.com/office/drawing/2014/main" id="{5D3A8B0B-DB61-8FB1-65B6-29AB415FF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Zástupný objekt pre číslo snímky 8">
            <a:extLst>
              <a:ext uri="{FF2B5EF4-FFF2-40B4-BE49-F238E27FC236}">
                <a16:creationId xmlns:a16="http://schemas.microsoft.com/office/drawing/2014/main" id="{66F46242-4B3A-A8EC-EED4-DD8B372A3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689524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4FC1391-54EF-8A9A-1636-E43F26870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dátum 2">
            <a:extLst>
              <a:ext uri="{FF2B5EF4-FFF2-40B4-BE49-F238E27FC236}">
                <a16:creationId xmlns:a16="http://schemas.microsoft.com/office/drawing/2014/main" id="{40C82710-303B-696D-25B8-FA9E5DB93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4907E14F-3BB5-6529-96EF-F24164EE9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CBCBC6FC-129F-8552-6728-68BD26443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96285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dátum 1">
            <a:extLst>
              <a:ext uri="{FF2B5EF4-FFF2-40B4-BE49-F238E27FC236}">
                <a16:creationId xmlns:a16="http://schemas.microsoft.com/office/drawing/2014/main" id="{A58B8FE0-595C-351B-77C6-E9F021F42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3" name="Zástupný objekt pre pätu 2">
            <a:extLst>
              <a:ext uri="{FF2B5EF4-FFF2-40B4-BE49-F238E27FC236}">
                <a16:creationId xmlns:a16="http://schemas.microsoft.com/office/drawing/2014/main" id="{BED70A42-8939-7A82-ECEC-DEBA32CAC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698A73DC-1A1E-97E7-735A-53B3CE09C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911729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C9C60DE-E190-E322-C5A5-CC6C4700B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ACB76EA-4DCC-4729-574B-C4075D08C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B87D12C7-EEA6-B709-A256-AC610E77A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72743248-F928-A507-59FD-13F8389B7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ED0525DA-9B38-B080-1D4F-E7E3CCB9A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212E9F85-BE95-8360-F631-E9E21FFB1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92787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C8ED97-7DB8-641B-1B07-80C959D13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rázok 2">
            <a:extLst>
              <a:ext uri="{FF2B5EF4-FFF2-40B4-BE49-F238E27FC236}">
                <a16:creationId xmlns:a16="http://schemas.microsoft.com/office/drawing/2014/main" id="{A7DF7079-2693-3DB3-B781-129222A82B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22704B3D-2F8A-7B82-01FF-57ACE5A4E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1C3C8F01-6936-AFF3-7B19-8E68E3D6F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CFA43D96-9A10-ED9A-F9F7-AF80739C3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B7C2D597-35BD-5B16-04E2-5F9F368A3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924449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A2B1073-6A20-7F5F-BB29-87A2C4847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7E75EC40-D361-69B0-4DBB-D4C27F4DED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FBEBC042-0B39-64B9-2C3D-C97515A57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B696F000-3FEE-C3EA-14A0-D568B1303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DA74001E-D15A-6FB6-0724-A20BFD70F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66510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>
            <a:extLst>
              <a:ext uri="{FF2B5EF4-FFF2-40B4-BE49-F238E27FC236}">
                <a16:creationId xmlns:a16="http://schemas.microsoft.com/office/drawing/2014/main" id="{C1197B4E-3B3B-5ED2-609C-A95C66B3E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30FFD88F-A691-F1F9-A309-E67D855AF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4ED0122A-68AD-71A9-E6C9-9454B096A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56D6AC42-E492-066C-A006-F1B132C84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7046AD15-7731-6C7F-B27B-7D22E72D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15981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nadpis 1">
            <a:extLst>
              <a:ext uri="{FF2B5EF4-FFF2-40B4-BE49-F238E27FC236}">
                <a16:creationId xmlns:a16="http://schemas.microsoft.com/office/drawing/2014/main" id="{2FA0721D-3AF7-44C5-C47A-3B0B3A732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8A7AF9A-C0AC-473F-138E-6E4FF64387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227D9523-BFE2-E936-AB6E-50AC7C41E7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364C5E-67C4-44C3-BB96-6A4F76CA9DEC}" type="datetimeFigureOut">
              <a:rPr lang="sk-SK" smtClean="0"/>
              <a:t>28. 2. 2026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197DFAD6-0568-6010-7ADF-1509FD521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BC35CC8E-518E-5896-24EA-18E7582539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D5B2F1-44EF-46E8-824E-820ADB501BA2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9614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7/06/relationships/model3d" Target="../media/model3d2.glb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B7F835-9843-55F4-E108-CD13287FA8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flipH="1">
            <a:off x="-1852863" y="1041400"/>
            <a:ext cx="413744" cy="2387600"/>
          </a:xfrm>
        </p:spPr>
        <p:txBody>
          <a:bodyPr/>
          <a:lstStyle/>
          <a:p>
            <a:endParaRPr lang="en-AU" noProof="0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655469A8-8192-0440-96F1-A994449146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flipH="1">
            <a:off x="-1720516" y="3602038"/>
            <a:ext cx="3244516" cy="1655762"/>
          </a:xfrm>
        </p:spPr>
        <p:txBody>
          <a:bodyPr/>
          <a:lstStyle/>
          <a:p>
            <a:endParaRPr lang="en-AU" noProof="0" dirty="0"/>
          </a:p>
        </p:txBody>
      </p:sp>
      <p:pic>
        <p:nvPicPr>
          <p:cNvPr id="4" name="DOVOLENKA Official video 2017_mixed-chilingzone">
            <a:hlinkClick r:id="" action="ppaction://media"/>
            <a:extLst>
              <a:ext uri="{FF2B5EF4-FFF2-40B4-BE49-F238E27FC236}">
                <a16:creationId xmlns:a16="http://schemas.microsoft.com/office/drawing/2014/main" id="{40D9147E-6D11-BBBE-CD69-9305167748F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0960" y="116840"/>
            <a:ext cx="406400" cy="406400"/>
          </a:xfrm>
          <a:prstGeom prst="rect">
            <a:avLst/>
          </a:prstGeom>
        </p:spPr>
      </p:pic>
      <p:sp>
        <p:nvSpPr>
          <p:cNvPr id="5" name="Obdĺžnik 4">
            <a:extLst>
              <a:ext uri="{FF2B5EF4-FFF2-40B4-BE49-F238E27FC236}">
                <a16:creationId xmlns:a16="http://schemas.microsoft.com/office/drawing/2014/main" id="{6AC3784F-6334-2159-427D-FA1FC3DA4246}"/>
              </a:ext>
            </a:extLst>
          </p:cNvPr>
          <p:cNvSpPr/>
          <p:nvPr/>
        </p:nvSpPr>
        <p:spPr>
          <a:xfrm>
            <a:off x="4415589" y="2743200"/>
            <a:ext cx="3753853" cy="198521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Maroš </a:t>
            </a:r>
            <a:r>
              <a:rPr lang="en-AU" sz="2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Zubrický</a:t>
            </a:r>
            <a:r>
              <a:rPr lang="en-AU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, Oliver </a:t>
            </a:r>
            <a:r>
              <a:rPr lang="en-AU" sz="2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Košiba</a:t>
            </a:r>
            <a:r>
              <a:rPr lang="en-AU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, Patrik Lech</a:t>
            </a:r>
            <a:br>
              <a:rPr lang="en-AU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AU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PREŠOVČATA</a:t>
            </a:r>
          </a:p>
        </p:txBody>
      </p:sp>
      <p:sp>
        <p:nvSpPr>
          <p:cNvPr id="8" name="Voľný tvar: obrazec 7">
            <a:extLst>
              <a:ext uri="{FF2B5EF4-FFF2-40B4-BE49-F238E27FC236}">
                <a16:creationId xmlns:a16="http://schemas.microsoft.com/office/drawing/2014/main" id="{1E46B21E-7085-9950-212B-DD93942D386D}"/>
              </a:ext>
            </a:extLst>
          </p:cNvPr>
          <p:cNvSpPr/>
          <p:nvPr/>
        </p:nvSpPr>
        <p:spPr>
          <a:xfrm>
            <a:off x="-98259" y="-471055"/>
            <a:ext cx="12678185" cy="7442316"/>
          </a:xfrm>
          <a:custGeom>
            <a:avLst/>
            <a:gdLst>
              <a:gd name="connsiteX0" fmla="*/ 1809750 w 13395960"/>
              <a:gd name="connsiteY0" fmla="*/ 1178560 h 7886700"/>
              <a:gd name="connsiteX1" fmla="*/ 1809750 w 13395960"/>
              <a:gd name="connsiteY1" fmla="*/ 6777990 h 7886700"/>
              <a:gd name="connsiteX2" fmla="*/ 11944350 w 13395960"/>
              <a:gd name="connsiteY2" fmla="*/ 6777990 h 7886700"/>
              <a:gd name="connsiteX3" fmla="*/ 11944350 w 13395960"/>
              <a:gd name="connsiteY3" fmla="*/ 1178560 h 7886700"/>
              <a:gd name="connsiteX4" fmla="*/ 0 w 13395960"/>
              <a:gd name="connsiteY4" fmla="*/ 0 h 7886700"/>
              <a:gd name="connsiteX5" fmla="*/ 13395960 w 13395960"/>
              <a:gd name="connsiteY5" fmla="*/ 0 h 7886700"/>
              <a:gd name="connsiteX6" fmla="*/ 13395960 w 13395960"/>
              <a:gd name="connsiteY6" fmla="*/ 7886700 h 7886700"/>
              <a:gd name="connsiteX7" fmla="*/ 0 w 13395960"/>
              <a:gd name="connsiteY7" fmla="*/ 7886700 h 7886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395960" h="7886700">
                <a:moveTo>
                  <a:pt x="1809750" y="1178560"/>
                </a:moveTo>
                <a:lnTo>
                  <a:pt x="1809750" y="6777990"/>
                </a:lnTo>
                <a:lnTo>
                  <a:pt x="11944350" y="6777990"/>
                </a:lnTo>
                <a:lnTo>
                  <a:pt x="11944350" y="1178560"/>
                </a:lnTo>
                <a:close/>
                <a:moveTo>
                  <a:pt x="0" y="0"/>
                </a:moveTo>
                <a:lnTo>
                  <a:pt x="13395960" y="0"/>
                </a:lnTo>
                <a:lnTo>
                  <a:pt x="13395960" y="7886700"/>
                </a:lnTo>
                <a:lnTo>
                  <a:pt x="0" y="7886700"/>
                </a:ln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 noProof="0" dirty="0"/>
          </a:p>
        </p:txBody>
      </p:sp>
    </p:spTree>
    <p:extLst>
      <p:ext uri="{BB962C8B-B14F-4D97-AF65-F5344CB8AC3E}">
        <p14:creationId xmlns:p14="http://schemas.microsoft.com/office/powerpoint/2010/main" val="20617582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remove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B4F9-F109-77FD-59F1-D3E4E8F2E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dĺžnik 3">
            <a:extLst>
              <a:ext uri="{FF2B5EF4-FFF2-40B4-BE49-F238E27FC236}">
                <a16:creationId xmlns:a16="http://schemas.microsoft.com/office/drawing/2014/main" id="{BA72B3AD-6B7E-5D5B-16C9-1AF03F46FAC9}"/>
              </a:ext>
            </a:extLst>
          </p:cNvPr>
          <p:cNvSpPr/>
          <p:nvPr/>
        </p:nvSpPr>
        <p:spPr>
          <a:xfrm>
            <a:off x="-346364" y="-415636"/>
            <a:ext cx="12884727" cy="727363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A6CFDEEC-7063-D1A1-F39E-824C6B064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1325"/>
            <a:ext cx="5640388" cy="1325563"/>
          </a:xfrm>
        </p:spPr>
        <p:txBody>
          <a:bodyPr/>
          <a:lstStyle/>
          <a:p>
            <a:r>
              <a:rPr lang="en-AU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Common </a:t>
            </a:r>
            <a:r>
              <a:rPr lang="en-AU" b="1" u="sng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Informations</a:t>
            </a:r>
            <a:endParaRPr lang="en-AU" b="1" u="sng" noProof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Zástupný objekt pre obsah 5" descr="Obrázok, na ktorom je sneh, zima, krajina&#10;&#10;Automaticky generovaný popis">
            <a:extLst>
              <a:ext uri="{FF2B5EF4-FFF2-40B4-BE49-F238E27FC236}">
                <a16:creationId xmlns:a16="http://schemas.microsoft.com/office/drawing/2014/main" id="{F3A9658F-491F-B86E-C254-34C8C65E03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4782" y="129597"/>
            <a:ext cx="4547218" cy="2335687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p:sp>
        <p:nvSpPr>
          <p:cNvPr id="7" name="BlokTextu 6">
            <a:extLst>
              <a:ext uri="{FF2B5EF4-FFF2-40B4-BE49-F238E27FC236}">
                <a16:creationId xmlns:a16="http://schemas.microsoft.com/office/drawing/2014/main" id="{1E337AB9-23EF-A7FB-0D14-E7217AA8482F}"/>
              </a:ext>
            </a:extLst>
          </p:cNvPr>
          <p:cNvSpPr txBox="1"/>
          <p:nvPr/>
        </p:nvSpPr>
        <p:spPr>
          <a:xfrm>
            <a:off x="221673" y="2078615"/>
            <a:ext cx="790719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AU" sz="2800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Team name:</a:t>
            </a:r>
            <a:r>
              <a:rPr lang="en-AU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800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Prešovčata</a:t>
            </a:r>
            <a:r>
              <a:rPr lang="en-AU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( Team number 6)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AU" sz="2800" b="1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Goal: </a:t>
            </a:r>
            <a:r>
              <a:rPr lang="en-AU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Obtain the treasure chest hidden in the </a:t>
            </a:r>
            <a:br>
              <a:rPr lang="en-AU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AU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sea</a:t>
            </a:r>
            <a:r>
              <a:rPr lang="sk-SK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sk-SK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Type of game: </a:t>
            </a:r>
            <a:r>
              <a:rPr lang="sk-SK" sz="28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3D </a:t>
            </a:r>
            <a:r>
              <a:rPr lang="sk-SK" sz="2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finding</a:t>
            </a:r>
            <a:r>
              <a:rPr lang="sk-SK" sz="28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sz="2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treasure</a:t>
            </a:r>
            <a:r>
              <a:rPr lang="sk-SK" sz="28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game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sk-SK" sz="2800" b="1" noProof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sk-SK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Game </a:t>
            </a:r>
            <a:r>
              <a:rPr lang="sk-SK" sz="28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engine</a:t>
            </a:r>
            <a:r>
              <a:rPr lang="sk-SK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sk-SK" sz="28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UNITY</a:t>
            </a:r>
            <a:endParaRPr lang="en-AU" sz="2800" b="1" noProof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AU" sz="2800" noProof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sk-SK" sz="2800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sk-SK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sk-SK" sz="2800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school</a:t>
            </a:r>
            <a:r>
              <a:rPr lang="sk-SK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team </a:t>
            </a:r>
            <a:r>
              <a:rPr lang="sk-SK" sz="2800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sk-SK" sz="2800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Secondary Industrial School of Electrical Engineering</a:t>
            </a:r>
            <a:r>
              <a:rPr lang="sk-SK" sz="2800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AU" sz="2800" noProof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6638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DE77-2106-8A37-473C-093E25A1C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dĺžnik 7">
            <a:extLst>
              <a:ext uri="{FF2B5EF4-FFF2-40B4-BE49-F238E27FC236}">
                <a16:creationId xmlns:a16="http://schemas.microsoft.com/office/drawing/2014/main" id="{606E0467-DF9D-D5F0-744E-285DC2C26E57}"/>
              </a:ext>
            </a:extLst>
          </p:cNvPr>
          <p:cNvSpPr/>
          <p:nvPr/>
        </p:nvSpPr>
        <p:spPr>
          <a:xfrm>
            <a:off x="-346364" y="-415636"/>
            <a:ext cx="12884727" cy="727363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95F2FB88-AD37-59AD-0CE9-2D9AE41D7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92182"/>
            <a:ext cx="10515600" cy="1325563"/>
          </a:xfrm>
        </p:spPr>
        <p:txBody>
          <a:bodyPr/>
          <a:lstStyle/>
          <a:p>
            <a:r>
              <a:rPr lang="sk-SK" b="1" u="sng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b="1" u="sng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basic</a:t>
            </a:r>
            <a:r>
              <a:rPr lang="sk-SK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b="1" u="sng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theme</a:t>
            </a:r>
            <a:r>
              <a:rPr lang="sk-SK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of Game:</a:t>
            </a:r>
            <a:endParaRPr lang="en-AU" b="1" u="sng" noProof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ástupný objekt pre obsah 4">
            <a:extLst>
              <a:ext uri="{FF2B5EF4-FFF2-40B4-BE49-F238E27FC236}">
                <a16:creationId xmlns:a16="http://schemas.microsoft.com/office/drawing/2014/main" id="{67FCAADD-F8FF-A971-CA24-7A668F782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18" y="1780813"/>
            <a:ext cx="5950527" cy="4351338"/>
          </a:xfrm>
        </p:spPr>
        <p:txBody>
          <a:bodyPr/>
          <a:lstStyle/>
          <a:p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fisherman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hunting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fishes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buy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dream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submarine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submarine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explore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mystery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dark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waters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island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sea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sk-SK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Obrázok 10">
            <a:extLst>
              <a:ext uri="{FF2B5EF4-FFF2-40B4-BE49-F238E27FC236}">
                <a16:creationId xmlns:a16="http://schemas.microsoft.com/office/drawing/2014/main" id="{D0A6A379-8CA8-676A-BE65-EB09BA366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9553" y="1915755"/>
            <a:ext cx="5732447" cy="3224501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2" name="3D model 11">
                <a:extLst>
                  <a:ext uri="{FF2B5EF4-FFF2-40B4-BE49-F238E27FC236}">
                    <a16:creationId xmlns:a16="http://schemas.microsoft.com/office/drawing/2014/main" id="{BBC03FFA-A0E7-1A24-1304-BFB14080052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78351774"/>
                  </p:ext>
                </p:extLst>
              </p:nvPr>
            </p:nvGraphicFramePr>
            <p:xfrm>
              <a:off x="-1019647" y="4404678"/>
              <a:ext cx="3404223" cy="2453322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3404223" cy="2453322"/>
                    </a:xfrm>
                    <a:prstGeom prst="rect">
                      <a:avLst/>
                    </a:prstGeom>
                  </am3d:spPr>
                  <am3d:camera>
                    <am3d:pos x="0" y="0" z="511417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10547" d="1000000"/>
                    <am3d:preTrans dx="-1551982" dy="-265127" dz="14317"/>
                    <am3d:scale>
                      <am3d:sx n="1000000" d="1000000"/>
                      <am3d:sy n="1000000" d="1000000"/>
                      <am3d:sz n="1000000" d="1000000"/>
                    </am3d:scale>
                    <am3d:rot ax="820250" ay="1455781" az="34246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2109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2" name="3D model 11">
                <a:extLst>
                  <a:ext uri="{FF2B5EF4-FFF2-40B4-BE49-F238E27FC236}">
                    <a16:creationId xmlns:a16="http://schemas.microsoft.com/office/drawing/2014/main" id="{BBC03FFA-A0E7-1A24-1304-BFB14080052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019647" y="4404678"/>
                <a:ext cx="3404223" cy="245332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956242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469F-BB39-9160-9DDC-DCFE0AB18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dĺžnik 3">
            <a:extLst>
              <a:ext uri="{FF2B5EF4-FFF2-40B4-BE49-F238E27FC236}">
                <a16:creationId xmlns:a16="http://schemas.microsoft.com/office/drawing/2014/main" id="{D7019A98-1600-3511-BA54-5030306B317F}"/>
              </a:ext>
            </a:extLst>
          </p:cNvPr>
          <p:cNvSpPr/>
          <p:nvPr/>
        </p:nvSpPr>
        <p:spPr>
          <a:xfrm>
            <a:off x="-346364" y="-415636"/>
            <a:ext cx="12884727" cy="727363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C61E34B-7696-F17E-6E2D-66D955358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37416"/>
            <a:ext cx="10515600" cy="1325563"/>
          </a:xfrm>
        </p:spPr>
        <p:txBody>
          <a:bodyPr/>
          <a:lstStyle/>
          <a:p>
            <a:r>
              <a:rPr lang="sk-SK" b="1" u="sng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sk-SK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b="1" u="sng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basic</a:t>
            </a:r>
            <a:r>
              <a:rPr lang="sk-SK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b="1" u="sng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theme</a:t>
            </a:r>
            <a:r>
              <a:rPr lang="sk-SK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of Game:</a:t>
            </a:r>
            <a:endParaRPr lang="en-AU" noProof="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070A6A-8DBB-9716-B8BB-05360770D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00455" cy="4351338"/>
          </a:xfrm>
        </p:spPr>
        <p:txBody>
          <a:bodyPr/>
          <a:lstStyle/>
          <a:p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85% of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assets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have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been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made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by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us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and most of 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dowloaded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ones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have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been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changed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needs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preparing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assets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used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blender,piskel,krita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 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LLMS,Mix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Pad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WavePad,Audacity</a:t>
            </a:r>
            <a:r>
              <a:rPr lang="sk-SK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sk-SK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switchsound</a:t>
            </a:r>
            <a:endParaRPr lang="sk-SK" noProof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BAD0EBBB-1206-C36C-5BF7-C28F03DB5B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287" y="2416031"/>
            <a:ext cx="5034075" cy="2831667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Zástupný objekt pre obsah 3">
                <a:extLst>
                  <a:ext uri="{FF2B5EF4-FFF2-40B4-BE49-F238E27FC236}">
                    <a16:creationId xmlns:a16="http://schemas.microsoft.com/office/drawing/2014/main" id="{77D09CBF-A71C-3F89-6A15-AB889AFF983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98932444"/>
                  </p:ext>
                </p:extLst>
              </p:nvPr>
            </p:nvGraphicFramePr>
            <p:xfrm rot="11901614">
              <a:off x="140133" y="4478894"/>
              <a:ext cx="3418765" cy="2390279"/>
            </p:xfrm>
            <a:graphic>
              <a:graphicData uri="http://schemas.microsoft.com/office/drawing/2017/model3d">
                <am3d:model3d r:embed="rId3">
                  <am3d:spPr>
                    <a:xfrm rot="11901614">
                      <a:off x="0" y="0"/>
                      <a:ext cx="3418765" cy="2390279"/>
                    </a:xfrm>
                    <a:prstGeom prst="rect">
                      <a:avLst/>
                    </a:prstGeom>
                  </am3d:spPr>
                  <am3d:camera>
                    <am3d:pos x="0" y="0" z="478772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93301" d="1000000"/>
                    <am3d:preTrans dx="-1470400" dy="-4592" dz="-197986"/>
                    <am3d:scale>
                      <am3d:sx n="1000000" d="1000000"/>
                      <am3d:sy n="1000000" d="1000000"/>
                      <am3d:sz n="1000000" d="1000000"/>
                    </am3d:scale>
                    <am3d:rot ax="3488102" ay="1590359" az="2140652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14251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Zástupný objekt pre obsah 3">
                <a:extLst>
                  <a:ext uri="{FF2B5EF4-FFF2-40B4-BE49-F238E27FC236}">
                    <a16:creationId xmlns:a16="http://schemas.microsoft.com/office/drawing/2014/main" id="{77D09CBF-A71C-3F89-6A15-AB889AFF983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1901614">
                <a:off x="140133" y="4478894"/>
                <a:ext cx="3418765" cy="239027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01828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CF8A7-387B-D384-131A-DC2316CAD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dĺžnik 3">
            <a:extLst>
              <a:ext uri="{FF2B5EF4-FFF2-40B4-BE49-F238E27FC236}">
                <a16:creationId xmlns:a16="http://schemas.microsoft.com/office/drawing/2014/main" id="{D6CFEB6C-570B-FF8C-748A-9E3E5A54FAF1}"/>
              </a:ext>
            </a:extLst>
          </p:cNvPr>
          <p:cNvSpPr/>
          <p:nvPr/>
        </p:nvSpPr>
        <p:spPr>
          <a:xfrm>
            <a:off x="-346364" y="-415636"/>
            <a:ext cx="12884727" cy="727363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229740D3-2113-1529-6E5F-4D4777650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Game </a:t>
            </a:r>
            <a:r>
              <a:rPr lang="sk-SK" b="1" u="sng" noProof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mechanics</a:t>
            </a:r>
            <a:r>
              <a:rPr lang="sk-SK" b="1" u="sng" noProof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AU" b="1" u="sng" noProof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CF07331-83E4-C80E-9F75-47EA53D10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noProof="0" dirty="0" err="1"/>
              <a:t>aaaaa</a:t>
            </a:r>
            <a:endParaRPr lang="en-AU" noProof="0" dirty="0"/>
          </a:p>
        </p:txBody>
      </p:sp>
    </p:spTree>
    <p:extLst>
      <p:ext uri="{BB962C8B-B14F-4D97-AF65-F5344CB8AC3E}">
        <p14:creationId xmlns:p14="http://schemas.microsoft.com/office/powerpoint/2010/main" val="1353697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0C61-ED14-46A3-0BD8-EB6F26FE9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5624A7-8D55-3EEE-CE75-9B8981FB5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noProof="0" dirty="0"/>
              <a:t>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542612D-8623-9925-8674-27A3C8F91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noProof="0" dirty="0" err="1"/>
              <a:t>aaaaa</a:t>
            </a:r>
            <a:endParaRPr lang="en-AU" noProof="0" dirty="0"/>
          </a:p>
        </p:txBody>
      </p:sp>
    </p:spTree>
    <p:extLst>
      <p:ext uri="{BB962C8B-B14F-4D97-AF65-F5344CB8AC3E}">
        <p14:creationId xmlns:p14="http://schemas.microsoft.com/office/powerpoint/2010/main" val="1195312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8DB1C5D-C46B-AF95-056F-D9B57D8FE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noProof="0" dirty="0"/>
          </a:p>
        </p:txBody>
      </p:sp>
      <p:sp>
        <p:nvSpPr>
          <p:cNvPr id="7" name="Zástupný objekt pre obsah 6">
            <a:extLst>
              <a:ext uri="{FF2B5EF4-FFF2-40B4-BE49-F238E27FC236}">
                <a16:creationId xmlns:a16="http://schemas.microsoft.com/office/drawing/2014/main" id="{64DFBB2E-2F4F-7029-46FB-AD922A8FA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671945" y="717261"/>
            <a:ext cx="10515600" cy="4351338"/>
          </a:xfrm>
        </p:spPr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605682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1E8E-4C5E-66CC-4E1D-7D5FA3326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DBE5398-6083-7394-D8A2-DFEED6987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noProof="0" dirty="0"/>
              <a:t>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357D386-A066-5F59-D6BC-0D15945EE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noProof="0" dirty="0" err="1"/>
              <a:t>aaaaa</a:t>
            </a:r>
            <a:endParaRPr lang="en-AU" noProof="0" dirty="0"/>
          </a:p>
        </p:txBody>
      </p:sp>
    </p:spTree>
    <p:extLst>
      <p:ext uri="{BB962C8B-B14F-4D97-AF65-F5344CB8AC3E}">
        <p14:creationId xmlns:p14="http://schemas.microsoft.com/office/powerpoint/2010/main" val="2276420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C240C-6CD7-1594-F0A8-1F87584FF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C2FC65-1F84-18CB-229A-9656395C1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noProof="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A813CA-AB2E-4B89-DAF1-FE01CC681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noProof="0" dirty="0" err="1"/>
              <a:t>aasaaa</a:t>
            </a:r>
            <a:endParaRPr lang="en-AU" noProof="0" dirty="0"/>
          </a:p>
        </p:txBody>
      </p:sp>
    </p:spTree>
    <p:extLst>
      <p:ext uri="{BB962C8B-B14F-4D97-AF65-F5344CB8AC3E}">
        <p14:creationId xmlns:p14="http://schemas.microsoft.com/office/powerpoint/2010/main" val="1628096453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145</Words>
  <Application>Microsoft Office PowerPoint</Application>
  <PresentationFormat>Širokouhlá</PresentationFormat>
  <Paragraphs>22</Paragraphs>
  <Slides>9</Slides>
  <Notes>0</Notes>
  <HiddenSlides>0</HiddenSlides>
  <MMClips>1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Motív Office</vt:lpstr>
      <vt:lpstr>Prezentácia programu PowerPoint</vt:lpstr>
      <vt:lpstr>Common Informations</vt:lpstr>
      <vt:lpstr>The basic theme of Game:</vt:lpstr>
      <vt:lpstr>The basic theme of Game:</vt:lpstr>
      <vt:lpstr>Game mechanics:</vt:lpstr>
      <vt:lpstr>a</vt:lpstr>
      <vt:lpstr>Prezentácia programu PowerPoint</vt:lpstr>
      <vt:lpstr>a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Lech Patrik</dc:creator>
  <cp:lastModifiedBy>Lech Patrik</cp:lastModifiedBy>
  <cp:revision>7</cp:revision>
  <dcterms:created xsi:type="dcterms:W3CDTF">2026-02-28T20:51:20Z</dcterms:created>
  <dcterms:modified xsi:type="dcterms:W3CDTF">2026-02-28T23:05:35Z</dcterms:modified>
</cp:coreProperties>
</file>